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60"/>
    <p:restoredTop sz="94640"/>
  </p:normalViewPr>
  <p:slideViewPr>
    <p:cSldViewPr snapToGrid="0" snapToObjects="1">
      <p:cViewPr varScale="1">
        <p:scale>
          <a:sx n="84" d="100"/>
          <a:sy n="84" d="100"/>
        </p:scale>
        <p:origin x="208" y="7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9052560" y="219456"/>
            <a:ext cx="2743200" cy="5486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Tahoma"/>
              </a:rPr>
              <a:t>116730462033-5  Prapakorn Phithamma</a:t>
            </a:r>
          </a:p>
          <a:p>
            <a:pPr algn="r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A5B8D0"/>
                </a:solidFill>
                <a:latin typeface="Tahoma"/>
              </a:rPr>
              <a:t>LAB3 · ระบบถาม-ตอบภัยออนไลน์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F43FDB-C1E5-8870-B99A-561D9445C9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8412480" cy="68580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Tahoma"/>
              </a:rPr>
              <a:t>ทำไมระบบถึงหาคำตอบได้แม่น  และใช้งานจริงได้แค่ไหน</a:t>
            </a:r>
          </a:p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A5B8D0"/>
                </a:solidFill>
                <a:latin typeface="Tahoma"/>
              </a:rPr>
              <a:t>จุดเด่นของระบบ ตัวอย่างการใช้งานจริง และผลการทดสอบ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19456"/>
            <a:ext cx="2743200" cy="548640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Tahoma"/>
              </a:rPr>
              <a:t>116730462033-5  Prapakorn Phithamma</a:t>
            </a:r>
          </a:p>
          <a:p>
            <a:pPr algn="r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A5B8D0"/>
                </a:solidFill>
                <a:latin typeface="Tahoma"/>
              </a:rPr>
              <a:t>LAB3 · ระบบถาม-ตอบภัยออนไลน์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F19B0518-EB73-8D8A-2793-E9735D58C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48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Tahoma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ประภากรณ์  ภิธรรมมา</cp:lastModifiedBy>
  <cp:revision>4</cp:revision>
  <dcterms:created xsi:type="dcterms:W3CDTF">2013-01-27T09:14:16Z</dcterms:created>
  <dcterms:modified xsi:type="dcterms:W3CDTF">2026-08-19T01:42:15Z</dcterms:modified>
  <cp:category/>
</cp:coreProperties>
</file>