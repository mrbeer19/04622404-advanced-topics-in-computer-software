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1" d="100"/>
          <a:sy n="111" d="100"/>
        </p:scale>
        <p:origin x="408" y="2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41248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Tahoma"/>
              </a:rPr>
              <a:t>ระบบถาม-ตอบเรื่องภัยออนไลน์  ทำงานอย่างไร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A5B8D0"/>
                </a:solidFill>
                <a:latin typeface="Tahoma"/>
              </a:rPr>
              <a:t>อธิบายแบบไม่ต้องรู้เรื่องโปรแกรม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19456"/>
            <a:ext cx="274320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ahoma"/>
              </a:rPr>
              <a:t>116730462033-5  Prapakorn Phithamma</a:t>
            </a:r>
          </a:p>
          <a:p>
            <a:pPr algn="r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A5B8D0"/>
                </a:solidFill>
                <a:latin typeface="Tahoma"/>
              </a:rPr>
              <a:t>LAB3 · ระบบถาม-ตอบภัยออนไลน์</a:t>
            </a:r>
          </a:p>
        </p:txBody>
      </p:sp>
      <p:pic>
        <p:nvPicPr>
          <p:cNvPr id="61" name="Picture 60" descr="generated-image.png">
            <a:extLst>
              <a:ext uri="{FF2B5EF4-FFF2-40B4-BE49-F238E27FC236}">
                <a16:creationId xmlns:a16="http://schemas.microsoft.com/office/drawing/2014/main" id="{9041F815-DAC9-9B18-E806-9ABF8A2AC8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1332" y="971981"/>
            <a:ext cx="8829029" cy="58860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1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548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8412480" cy="6858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Tahoma"/>
              </a:rPr>
              <a:t>ทำไมระบบถึงหาคำตอบได้แม่น  และใช้งานจริงได้แค่ไหน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100" b="0">
                <a:solidFill>
                  <a:srgbClr val="A5B8D0"/>
                </a:solidFill>
                <a:latin typeface="Tahoma"/>
              </a:rPr>
              <a:t>จุดเด่นของระบบ ตัวอย่างการใช้งานจริง และผลการทดสอบ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52560" y="219456"/>
            <a:ext cx="2743200" cy="5486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Tahoma"/>
              </a:rPr>
              <a:t>116730462033-5  Prapakorn Phithamma</a:t>
            </a:r>
          </a:p>
          <a:p>
            <a:pPr algn="r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00" b="0">
                <a:solidFill>
                  <a:srgbClr val="A5B8D0"/>
                </a:solidFill>
                <a:latin typeface="Tahoma"/>
              </a:rPr>
              <a:t>LAB3 · ระบบถาม-ตอบภัยออนไลน์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1115568"/>
            <a:ext cx="5623560" cy="31272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84048" y="1115568"/>
            <a:ext cx="5623560" cy="685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1792" y="1316736"/>
            <a:ext cx="5212080" cy="4572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223A"/>
                </a:solidFill>
                <a:latin typeface="Tahoma"/>
              </a:rPr>
              <a:t>จุดเด่น : ค้นหา 2 แบบพร้อมกัน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050" b="0">
                <a:solidFill>
                  <a:srgbClr val="5B667B"/>
                </a:solidFill>
                <a:latin typeface="Tahoma"/>
              </a:rPr>
              <a:t>ระบบทั่วไปมักเลือกอย่างใดอย่างหนึ่ง แต่ระบบนี้ใช้ทั้งคู่แล้วเอาผลมารวมกัน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2066543"/>
            <a:ext cx="5148072" cy="8595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21792" y="2066543"/>
            <a:ext cx="54864" cy="85953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2167127"/>
            <a:ext cx="4892040" cy="7315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4ED8"/>
                </a:solidFill>
                <a:latin typeface="Tahoma"/>
              </a:rPr>
              <a:t>แบบที่ 1  ค้นจากคำที่ตรงกัน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465C"/>
                </a:solidFill>
                <a:latin typeface="Tahoma"/>
              </a:rPr>
              <a:t>เหมือนกด Ctrl+F หาคำ  ถ้าผู้ใช้พิมพ์คำเดียวกับในคู่มือ จะเจอแม่นมาก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5B667B"/>
                </a:solidFill>
                <a:latin typeface="Tahoma"/>
              </a:rPr>
              <a:t>ข้อเสีย : พิมพ์คนละคำ ความหมายเดียวกัน ก็หาไม่เจอ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3035808"/>
            <a:ext cx="5148072" cy="859536"/>
          </a:xfrm>
          <a:prstGeom prst="roundRect">
            <a:avLst>
              <a:gd name="adj" fmla="val 14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" y="3035808"/>
            <a:ext cx="54864" cy="859536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3136391"/>
            <a:ext cx="4892040" cy="7315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D28D9"/>
                </a:solidFill>
                <a:latin typeface="Tahoma"/>
              </a:rPr>
              <a:t>แบบที่ 2  ค้นจากความหมาย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3A465C"/>
                </a:solidFill>
                <a:latin typeface="Tahoma"/>
              </a:rPr>
              <a:t>ระบบเข้าใจว่า “โดนดูดเงินจากแบงก์” กับ “แอปดูดเงิน” พูดถึงเรื่องเดียวกัน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0">
                <a:solidFill>
                  <a:srgbClr val="5B667B"/>
                </a:solidFill>
                <a:latin typeface="Tahoma"/>
              </a:rPr>
              <a:t>ข้อเสีย : บางครั้งสับสนระหว่างเรื่องที่คล้ายกัน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" y="4023360"/>
            <a:ext cx="5148072" cy="0"/>
          </a:xfrm>
          <a:prstGeom prst="roundRect">
            <a:avLst>
              <a:gd name="adj" fmla="val 1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84048" y="4315968"/>
            <a:ext cx="5623560" cy="786384"/>
          </a:xfrm>
          <a:prstGeom prst="roundRect">
            <a:avLst>
              <a:gd name="adj" fmla="val 10000"/>
            </a:avLst>
          </a:prstGeom>
          <a:solidFill>
            <a:srgbClr val="EBF4F8"/>
          </a:solidFill>
          <a:ln w="12700">
            <a:solidFill>
              <a:srgbClr val="0E74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1792" y="4443984"/>
            <a:ext cx="5166360" cy="64008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1223A"/>
                </a:solidFill>
                <a:latin typeface="Tahoma"/>
              </a:rPr>
              <a:t>รวมผลทั้งสองแบบ  =  ครอบคลุมทั้งคนที่พิมพ์ตรงคำ และคนที่พิมพ์ภาษาพูด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1000" b="0">
                <a:solidFill>
                  <a:srgbClr val="2C3A50"/>
                </a:solidFill>
                <a:latin typeface="Tahoma"/>
              </a:rPr>
              <a:t>เรื่องที่ทั้งสองวิธีเห็นตรงกันว่าเกี่ยวข้อง จะถูกดันขึ้นมาเป็นอันดับต้น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115568"/>
            <a:ext cx="5623560" cy="39867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1115568"/>
            <a:ext cx="5623560" cy="685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19088" y="1316736"/>
            <a:ext cx="5212080" cy="3200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1223A"/>
                </a:solidFill>
                <a:latin typeface="Tahoma"/>
              </a:rPr>
              <a:t>ตัวอย่างการใช้งานจริง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19088" y="1755648"/>
            <a:ext cx="5148072" cy="457200"/>
          </a:xfrm>
          <a:prstGeom prst="roundRect">
            <a:avLst>
              <a:gd name="adj" fmla="val 20000"/>
            </a:avLst>
          </a:prstGeom>
          <a:solidFill>
            <a:srgbClr val="EF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65392" y="1847088"/>
            <a:ext cx="4937760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D4ED8"/>
                </a:solidFill>
                <a:latin typeface="Tahoma"/>
              </a:rPr>
              <a:t>คำถาม :  OTP คืออะไร ทำไมห้ามบอกคนอื่น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9088" y="2359152"/>
            <a:ext cx="5166360" cy="137160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B"/>
                </a:solidFill>
                <a:latin typeface="Tahoma"/>
              </a:rPr>
              <a:t>คำตอบของระบบ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1050" b="0">
                <a:solidFill>
                  <a:srgbClr val="141B2D"/>
                </a:solidFill>
                <a:latin typeface="Tahoma"/>
              </a:rPr>
              <a:t>OTP คือรหัสผ่านครั้งเดียวที่ระบบส่งมาเพื่อยืนยันว่าผู้ทำรายการคือเจ้าของบัญชีจริง [1] มันเทียบเท่าลายเซ็นอนุมัติ และใช้สำหรับอนุมัติรายการที่กำลังทำอยู่ ไม่ใช่สำหรับยกเลิกรายการ [2] [3]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19088" y="3822191"/>
            <a:ext cx="5148072" cy="1133856"/>
          </a:xfrm>
          <a:prstGeom prst="roundRect">
            <a:avLst>
              <a:gd name="adj" fmla="val 10000"/>
            </a:avLst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913632"/>
            <a:ext cx="4846320" cy="100584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5B667B"/>
                </a:solidFill>
                <a:latin typeface="Tahoma"/>
              </a:rPr>
              <a:t>แหล่งที่มาที่ระบบแนบมาให้ตรวจสอบ</a:t>
            </a:r>
          </a:p>
          <a:p>
            <a:pPr algn="l">
              <a:lnSpc>
                <a:spcPct val="108000"/>
              </a:lnSpc>
              <a:spcBef>
                <a:spcPts val="400"/>
              </a:spcBef>
              <a:spcAft>
                <a:spcPts val="0"/>
              </a:spcAft>
            </a:pPr>
            <a:r>
              <a:rPr sz="950" b="0">
                <a:solidFill>
                  <a:srgbClr val="B45309"/>
                </a:solidFill>
                <a:latin typeface="Tahoma"/>
              </a:rPr>
              <a:t>[1]  รหัส OTP คืออะไร ทำไมห้ามบอกใคร  (บรรทัด 283)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B45309"/>
                </a:solidFill>
                <a:latin typeface="Tahoma"/>
              </a:rPr>
              <a:t>[2]  มันขอ OTP บอกว่าจะช่วยยกเลิกรายการให้  (บรรทัด 1222)</a:t>
            </a:r>
          </a:p>
          <a:p>
            <a:pPr algn="l">
              <a:lnSpc>
                <a:spcPct val="108000"/>
              </a:lnSpc>
              <a:spcBef>
                <a:spcPts val="100"/>
              </a:spcBef>
              <a:spcAft>
                <a:spcPts val="0"/>
              </a:spcAft>
            </a:pPr>
            <a:r>
              <a:rPr sz="950" b="0">
                <a:solidFill>
                  <a:srgbClr val="B45309"/>
                </a:solidFill>
                <a:latin typeface="Tahoma"/>
              </a:rPr>
              <a:t>[3]  ธนาคารโทรมาขอ OTP บอกได้ไหม  (บรรทัด 820)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" y="5230368"/>
            <a:ext cx="11420856" cy="12070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8DEE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03504" y="5358383"/>
            <a:ext cx="3108960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1223A"/>
                </a:solidFill>
                <a:latin typeface="Tahoma"/>
              </a:rPr>
              <a:t>ผลการทดสอบ</a:t>
            </a:r>
          </a:p>
          <a:p>
            <a:pPr algn="l">
              <a:lnSpc>
                <a:spcPct val="108000"/>
              </a:lnSpc>
              <a:spcBef>
                <a:spcPts val="300"/>
              </a:spcBef>
              <a:spcAft>
                <a:spcPts val="0"/>
              </a:spcAft>
            </a:pPr>
            <a:r>
              <a:rPr sz="950" b="0">
                <a:solidFill>
                  <a:srgbClr val="5B667B"/>
                </a:solidFill>
                <a:latin typeface="Tahoma"/>
              </a:rPr>
              <a:t>ทดสอบด้วยคำถาม 54 ข้อ ที่มีเฉลยไว้ล่วงหน้า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5376672"/>
            <a:ext cx="1874519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5803D"/>
                </a:solidFill>
                <a:latin typeface="Tahoma"/>
              </a:rPr>
              <a:t>98.7%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94760" y="5833872"/>
            <a:ext cx="1874519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หาคำตอบที่ถูกเจอ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ภายใน 3 อันดับแรก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42432" y="5449824"/>
            <a:ext cx="10972" cy="77724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806440" y="5376672"/>
            <a:ext cx="1874519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D4ED8"/>
                </a:solidFill>
                <a:latin typeface="Tahoma"/>
              </a:rPr>
              <a:t>82%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06440" y="5833872"/>
            <a:ext cx="1874519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คำตอบอ้างอิงตาม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คู่มือจริง ไม่แต่งเพิ่ม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54112" y="5449824"/>
            <a:ext cx="10972" cy="77724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18120" y="5376672"/>
            <a:ext cx="1874519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0E7490"/>
                </a:solidFill>
                <a:latin typeface="Tahoma"/>
              </a:rPr>
              <a:t>~4 วินาที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5833872"/>
            <a:ext cx="1874519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เวลาตอบเฉลี่ย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ต่อ 1 คำถาม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5792" y="5449824"/>
            <a:ext cx="10972" cy="777240"/>
          </a:xfrm>
          <a:prstGeom prst="rect">
            <a:avLst/>
          </a:prstGeom>
          <a:solidFill>
            <a:srgbClr val="D8DE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29800" y="5376672"/>
            <a:ext cx="1874519" cy="36576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B45309"/>
                </a:solidFill>
                <a:latin typeface="Tahoma"/>
              </a:rPr>
              <a:t>391 เรื่อง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5833872"/>
            <a:ext cx="1874519" cy="5029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ขนาดคลังความรู้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3A465C"/>
                </a:solidFill>
                <a:latin typeface="Tahoma"/>
              </a:rPr>
              <a:t>ที่ระบบใช้ตอบ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4048" y="6510528"/>
            <a:ext cx="11420856" cy="274320"/>
          </a:xfrm>
          <a:prstGeom prst="rect">
            <a:avLst/>
          </a:prstGeom>
          <a:noFill/>
        </p:spPr>
        <p:txBody>
          <a:bodyPr wrap="square" lIns="45720" tIns="0" rIns="45720" bIns="0" anchor="t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B667B"/>
                </a:solidFill>
                <a:latin typeface="Tahoma"/>
              </a:rPr>
              <a:t>ข้อจำกัด :  ระบบตอบได้เฉพาะเรื่องที่มีอยู่ในคลังความรู้เท่านั้น  และเป็นข้อมูลเพื่อการศึกษา ไม่ใช่คำปรึกษากฎหมายรายกรณี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389</Words>
  <Application>Microsoft Macintosh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Tahoma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ประภากรณ์  ภิธรรมมา</cp:lastModifiedBy>
  <cp:revision>2</cp:revision>
  <dcterms:created xsi:type="dcterms:W3CDTF">2013-01-27T09:14:16Z</dcterms:created>
  <dcterms:modified xsi:type="dcterms:W3CDTF">2026-08-18T14:51:14Z</dcterms:modified>
  <cp:category/>
</cp:coreProperties>
</file>